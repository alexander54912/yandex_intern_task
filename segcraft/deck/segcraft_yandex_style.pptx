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 с обещанием ценности: ускоряем рутину и повышаем скорость тестов.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 повторяемость операции и цену итераций согласований.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“заменяем людей”, а ускоряем черновик и структурируем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Назвать измеримые метрики.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это “конвейер”, а не чат.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ключевая отстройка: повторяемость и встраивание в процесс.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 “готов к демо” и работает без ключа.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1 кейс целиком без углубления в детали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выглядит как реальная работа стажёра: пилоты и измеримость.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ответственность и практичность.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roadmap без “перенаворота”.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 ценностью и готовностью к пилоту.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SegCraft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AI-редактор вариаций под сегменты аудитории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Из одного оффера — пакет текстов для тестов за минуты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(As-Is)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Один оффер → десятки вариаций вручную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60–120 минут на первый пакет + итерации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Риски: тон, запреты, лимиты символов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хороший пилот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Повторяющаяся операция у многих команд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хорошо делает вариативность и переформулировки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Человек остаётся финальным редактором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пилота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Сократить time-to-first-pack в 4 раза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Снизить число итераций до “готово к тесту”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Дать структурированный артефакт для команды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(To-Be)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Ввод: оффер + сегменты + формат + запреты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LLM: генерирует варианты и считает лимиты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Вывод: матрица + risk-метки + экспорт
</a:t>
            </a:r>
            <a:endParaRPr lang="en-US" sz="1900" dirty="0"/>
          </a:p>
        </p:txBody>
      </p:sp>
      <p:pic>
        <p:nvPicPr>
          <p:cNvPr id="5" name="Image 0" descr="/Users/alexander/Desktop/yandex_intern_task/segcraft/deck/assets/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34440"/>
            <a:ext cx="54406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не просто чат-бот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Фиксированный формат результата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Встроенные лимиты и запреты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Библиотека сегментов (шаблоны)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Risk-метки и экспорт в CSV/JSON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 прототипе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Выбор сегментов чекбоксами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Форматы: Директ/Бизнес/SMM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Таблица вариаций + различия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Экспорт и mock mode
</a:t>
            </a:r>
            <a:endParaRPr lang="en-US" sz="1900" dirty="0"/>
          </a:p>
        </p:txBody>
      </p:sp>
      <p:pic>
        <p:nvPicPr>
          <p:cNvPr id="5" name="Image 0" descr="/Users/alexander/Desktop/yandex_intern_task/segcraft/deck/assets/ui_mock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34440"/>
            <a:ext cx="54406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за 3 минуты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Вставляю оффер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Выбираю сегменты и формат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Получаю матрицу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Экспортирую в CSV
</a:t>
            </a:r>
            <a:endParaRPr lang="en-US" sz="1900" dirty="0"/>
          </a:p>
        </p:txBody>
      </p:sp>
      <p:pic>
        <p:nvPicPr>
          <p:cNvPr id="5" name="Image 0" descr="/Users/alexander/Desktop/yandex_intern_task/segcraft/deck/assets/ui_mock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34440"/>
            <a:ext cx="54406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пилота (2 недели)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Неделя 1: 10 задач из одной команды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Неделя 2: ещё 1 команда/канал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Метрики: время, итерации, готовность к тесту
</a:t>
            </a:r>
            <a:endParaRPr lang="en-US" sz="1900" dirty="0"/>
          </a:p>
        </p:txBody>
      </p:sp>
      <p:pic>
        <p:nvPicPr>
          <p:cNvPr id="5" name="Image 0" descr="/Users/alexander/Desktop/yandex_intern_task/segcraft/deck/assets/table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34440"/>
            <a:ext cx="54406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контроль качества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Галлюцинации → не выдумывать факты + вопросы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Комплаенс → risk-метки + запреты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Лимиты → авто-ужатие + подсчёт символов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добавить для прод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RAG по бренд-гайду и политикам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Policy-checker для текстов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Интеграции: док/трекер/таблица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loop по принятию вариантов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577840" cy="4480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Ускоряем рутину вариаций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Стандартизируем качество и формат
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Быстрее запускаем тесты и учимся на результатах
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338560" y="6355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SegCraft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SegCraft deck</dc:title>
  <dc:subject>Segmented Ad Copy Pipeline</dc:subject>
  <dc:creator>SegCraft MVP</dc:creator>
  <cp:lastModifiedBy>SegCraft MVP</cp:lastModifiedBy>
  <cp:revision>1</cp:revision>
  <dcterms:created xsi:type="dcterms:W3CDTF">2026-02-17T21:05:15Z</dcterms:created>
  <dcterms:modified xsi:type="dcterms:W3CDTF">2026-02-17T21:05:15Z</dcterms:modified>
</cp:coreProperties>
</file>